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4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09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43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324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8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3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4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2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4930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2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196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633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991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92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583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984" y="2241959"/>
            <a:ext cx="5826719" cy="1937856"/>
          </a:xfrm>
        </p:spPr>
        <p:txBody>
          <a:bodyPr/>
          <a:lstStyle/>
          <a:p>
            <a:pPr algn="ctr"/>
            <a:r>
              <a:rPr sz="4800" dirty="0"/>
              <a:t>🌾 Agricultural Data Anal</a:t>
            </a:r>
            <a:r>
              <a:rPr lang="en-US" sz="4800" dirty="0"/>
              <a:t>ysis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322" y="368648"/>
            <a:ext cx="6347713" cy="772255"/>
          </a:xfrm>
        </p:spPr>
        <p:txBody>
          <a:bodyPr numCol="1">
            <a:normAutofit/>
          </a:bodyPr>
          <a:lstStyle/>
          <a:p>
            <a:pPr algn="ctr"/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2178" y="1308682"/>
            <a:ext cx="3702343" cy="4924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analyzes agricultural data at district and state level.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understand production, area, and yield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geographical and trend-based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interactive filtering using slicers.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B44C7-C02C-B6A4-CB98-459DEA620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68" y="1591811"/>
            <a:ext cx="3355576" cy="3674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386" y="357931"/>
            <a:ext cx="4876801" cy="590025"/>
          </a:xfrm>
        </p:spPr>
        <p:txBody>
          <a:bodyPr>
            <a:normAutofit/>
          </a:bodyPr>
          <a:lstStyle/>
          <a:p>
            <a:pPr algn="ctr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983" y="2835438"/>
            <a:ext cx="7099885" cy="34311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 represents the comparison between the actual agricultural yield and the target yield for the year 2017.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shows that the total yield achieved was 7.69 million tonnes.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or target yield for that year was 6 million tonnes.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compare both values, we can see that the actual production exceeded the target by 28.25%.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improved agricultural productivity, which may be due to better farming techniques, favorable weather conditions, or improved crop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KPI helps stakeholders understand whether agricultural production goals are being successfully achieved.</a:t>
            </a:r>
          </a:p>
          <a:p>
            <a:pPr>
              <a:buFont typeface="Wingdings" panose="05000000000000000000" pitchFamily="2" charset="2"/>
              <a:buChar char="Ø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7D4E5-DFA5-17F7-A84F-EF61F1E7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217" y="1072547"/>
            <a:ext cx="302514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121" y="609600"/>
            <a:ext cx="3006056" cy="833306"/>
          </a:xfrm>
        </p:spPr>
        <p:txBody>
          <a:bodyPr/>
          <a:lstStyle/>
          <a:p>
            <a:pPr algn="ctr"/>
            <a:r>
              <a:rPr dirty="0"/>
              <a:t> Slicer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153" y="3821610"/>
            <a:ext cx="6347714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State Name slicer.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filter the dashboard data based on selected states.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select any state, the charts and graphs in the dashboard will show data only for that selected state.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click ‘Select all’, it will display data for all states.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users quickly analyze and compare agricultural data state-wise.</a:t>
            </a: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832E9-D483-CF69-325B-676EC197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843" y="1304558"/>
            <a:ext cx="3924300" cy="2453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74041"/>
            <a:ext cx="6347713" cy="690693"/>
          </a:xfrm>
        </p:spPr>
        <p:txBody>
          <a:bodyPr/>
          <a:lstStyle/>
          <a:p>
            <a:pPr algn="ctr"/>
            <a:r>
              <a:rPr lang="en-US" dirty="0"/>
              <a:t>Map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374" y="1140902"/>
            <a:ext cx="3987567" cy="50250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map visual showing the agricultural area of the top 10 states.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green circle represents a state.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circle shows how large the agricultural area is in that state.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Bigger circles mean the state has more farming area.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circles mean the state has less farming area.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map helps us understand which states have the highest agricultural land.</a:t>
            </a: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9E28E-2753-DA57-C5F6-699D3EE35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554" y="1610686"/>
            <a:ext cx="2721773" cy="31878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57138"/>
          </a:xfrm>
        </p:spPr>
        <p:txBody>
          <a:bodyPr/>
          <a:lstStyle/>
          <a:p>
            <a:pPr algn="ctr"/>
            <a:r>
              <a:rPr lang="en-US" dirty="0"/>
              <a:t>Donut Chart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711" y="3922278"/>
            <a:ext cx="6347714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average crop yield of the top 5 states.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color in the chart represents one state.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chart, we can easily compare which state produces more yield and which produces less.</a:t>
            </a:r>
          </a:p>
          <a:p>
            <a:pPr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63C4C-D9E3-EE06-A905-0528A4F7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83" y="1596288"/>
            <a:ext cx="3607266" cy="1996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08139"/>
          </a:xfrm>
        </p:spPr>
        <p:txBody>
          <a:bodyPr/>
          <a:lstStyle/>
          <a:p>
            <a:pPr algn="ctr"/>
            <a:r>
              <a:rPr lang="en-US" dirty="0"/>
              <a:t>Stacked Bar Chart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52451"/>
            <a:ext cx="6347714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crop production in the top two districts.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bar represents a district, and different colors inside the bar represent different crops.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bar length shows total production, helping us compare crop contribution between districts.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1C5A0-94C6-E6CC-44A4-124E08D8F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33" y="3292837"/>
            <a:ext cx="6505243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41028"/>
          </a:xfrm>
        </p:spPr>
        <p:txBody>
          <a:bodyPr/>
          <a:lstStyle/>
          <a:p>
            <a:pPr algn="ctr"/>
            <a:r>
              <a:rPr dirty="0"/>
              <a:t> Performance Gauge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3984771"/>
            <a:ext cx="6347714" cy="18241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gauge chart shows total crop production compared with minimum, maximum, and target values.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production is 12.37 million, which is shown by the pointer. It helps us understand whether production is low, average, or close to the target.</a:t>
            </a: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7CFAC-876A-4391-96BA-B59E3FC10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855" y="1646619"/>
            <a:ext cx="3505200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08139"/>
          </a:xfrm>
        </p:spPr>
        <p:txBody>
          <a:bodyPr/>
          <a:lstStyle/>
          <a:p>
            <a:pPr algn="ctr"/>
            <a:r>
              <a:rPr lang="en-US" dirty="0"/>
              <a:t>Line Chart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820" y="3989390"/>
            <a:ext cx="6347714" cy="236946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line chart shows how crop yield has changed over the years for the top five crops.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colored line represents a different crop.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observing the lines, we can understand which crops have increasing or decreasing yield trends over 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identify crop performance and growth patterns across different years.</a:t>
            </a: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04E65-A8CE-1181-4F2C-236DE801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32" y="1417739"/>
            <a:ext cx="5436067" cy="2437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4583"/>
          </a:xfrm>
        </p:spPr>
        <p:txBody>
          <a:bodyPr/>
          <a:lstStyle/>
          <a:p>
            <a:pPr algn="ctr"/>
            <a:r>
              <a:rPr dirty="0"/>
              <a:t>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3699545"/>
            <a:ext cx="6347714" cy="23418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shows detailed agricultural data for the top 5 states and districts.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crop names, years, area used for cultivation, total production, and yield values.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helps us view exact data values and compare agricultural performance across different locations and crops.</a:t>
            </a: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E8330-A37F-3431-182E-A2ECC529E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92" y="1771615"/>
            <a:ext cx="5882640" cy="1386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7BFF-A9D7-7D98-2282-8D0B63DF1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3306"/>
          </a:xfrm>
        </p:spPr>
        <p:txBody>
          <a:bodyPr/>
          <a:lstStyle/>
          <a:p>
            <a:pPr algn="ctr"/>
            <a:r>
              <a:rPr lang="en-US" dirty="0"/>
              <a:t> Multi Row Card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42871-9DBE-A4D6-4AF4-B8998811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20411"/>
            <a:ext cx="3752676" cy="42209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multi-row card shows the total count of important agricultural data categories.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the number of states, districts, crop types, and years available in the dataset.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us understand the overall data coverage used in the dashboard.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484B8-22DC-A187-C848-064B1E502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48169"/>
            <a:ext cx="198882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70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A74D-B992-F009-A447-504BC8DA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99750"/>
          </a:xfrm>
        </p:spPr>
        <p:txBody>
          <a:bodyPr/>
          <a:lstStyle/>
          <a:p>
            <a:pPr algn="ctr"/>
            <a:r>
              <a:rPr lang="en-US" dirty="0"/>
              <a:t>Cards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0E16-5990-D485-1923-EF3E33164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28132"/>
            <a:ext cx="4021124" cy="43132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cards show the overall summary of agricultural performance in the dataset.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12.37M – Sum of Production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total crop production across all states, districts, crops, and years.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10.66M – Sum of Area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total agricultural land area used for cultivation.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271.70M – Sum of Yield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total crop yield, which reflects how much crop was produced from the cultivated land.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E54809-25DC-C621-AEAB-3E8092C1C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777" y="2602722"/>
            <a:ext cx="1394581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complete agricultural performance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high production regions and crops.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agricultural decision making.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820A6-5B1E-D6FD-9248-CBAB10CB7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216" y="2636454"/>
            <a:ext cx="6347714" cy="9517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815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</TotalTime>
  <Words>693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Wingdings 3</vt:lpstr>
      <vt:lpstr>Facet</vt:lpstr>
      <vt:lpstr>🌾 Agricultural Data Analysis</vt:lpstr>
      <vt:lpstr>Dashboard Overview</vt:lpstr>
      <vt:lpstr>Key Performance Indicators (KPIs)</vt:lpstr>
      <vt:lpstr> Slicer</vt:lpstr>
      <vt:lpstr>Map</vt:lpstr>
      <vt:lpstr>Donut Chart</vt:lpstr>
      <vt:lpstr>Stacked Bar Chart</vt:lpstr>
      <vt:lpstr> Performance Gauge</vt:lpstr>
      <vt:lpstr>Line Chart</vt:lpstr>
      <vt:lpstr> Table</vt:lpstr>
      <vt:lpstr> Multi Row Card</vt:lpstr>
      <vt:lpstr>Cards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Jagadeshwari</dc:creator>
  <cp:keywords/>
  <dc:description>generated using python-pptx</dc:description>
  <cp:lastModifiedBy>pedagolajagadeshwari@outlook.com</cp:lastModifiedBy>
  <cp:revision>10</cp:revision>
  <dcterms:created xsi:type="dcterms:W3CDTF">2013-01-27T09:14:16Z</dcterms:created>
  <dcterms:modified xsi:type="dcterms:W3CDTF">2026-02-06T12:20:21Z</dcterms:modified>
  <cp:category/>
</cp:coreProperties>
</file>